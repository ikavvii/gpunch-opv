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64008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GPunch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FF"/>
                </a:solidFill>
              </a:rPr>
              <a:t>Secure On-Site Presence Verification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Kavin M  ·  Shanmugappriya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CFF"/>
                </a:solidFill>
              </a:rPr>
              <a:t>MCA · PSG College of Technology  |  Faculty Guide: Dr. N. Ilayaraja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9BBFF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10–15 minute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Sections covered today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830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Approx. Time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Introduction — Scope, Value, Audience, Use, Architecture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~3 min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Functional Requirements — 13 FRs + Test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~4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External Interface Requirements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~2 min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Non-Functional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~3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Definitions &amp; Acronyms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~1 min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Q &amp;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~2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 · Introduction — Problem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Section 1.1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Why existing systems fail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3736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Weakness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Paper registers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Easily forged; no audit trail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PIN /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Credentials shared — buddy punching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Selfie check-in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Privacy concerns; photo-spoofable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Client-side GPS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Overridden by mock-location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51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GPunch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Backend REST API — Node.js 18 + Express + MongoDB Atlas
• Android Client — Kotlin (API 26+), GPS + OTP + Device Binding
• Single campus · Single geofence · Fully passwordless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1.2 · Product Value — Three Security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291840" cy="283464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WHO are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Institutional Email
OTP (6-digit)
No password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291840" cy="2834640"/>
          </a:xfrm>
          <a:prstGeom prst="rect">
            <a:avLst/>
          </a:prstGeom>
          <a:solidFill>
            <a:srgbClr val="E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WHICH device?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ANDROID_ID
Device Binding
One device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3291840" cy="283464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WHERE are you?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488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GPS Geofence
Haversine (srv)
Campus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348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Guarantees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Zero buddy-punching — account locked to one physical device
• Zero GPS spoofing impact — server re-validates all coordinates
• Zero attendance data loss — WorkManager offline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1.3 &amp; 1.4 · Intended Audience &amp; Intended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Who uses GPunch?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73736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Register → OTP → Clock In/Out via Android app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Configure geofence, manage devices, view audit logs, export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System (automated)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Auto clock-out, offline retry (background automation)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657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Typical employee flow (30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1.  Open app → tap Clock In
2.  App checks GPS is on → obtains location fix
3.  Server validates Haversine distance against geofence
4.  Success → foreground service monitors in background
5.  Leave campus → auto clock-out triggered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1.5 · General Description —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749039" cy="411480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Android Client
(Kotlin · API 26+)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Activities (MVVM)
GeofenceMonitorService
PendingClockOutWorker
SessionManager (SharedPrefs)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497D"/>
                </a:solidFill>
              </a:rPr>
              <a:t>HTTPS / REST  ↔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3108960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508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Express REST API
(Node.js 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Routes · JWT Middleware
Rate Limit ·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474720"/>
            <a:ext cx="3108960" cy="155448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MongoDB Atlas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Users · Attendance · Geofence · AuditLog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166360"/>
            <a:ext cx="3108960" cy="731520"/>
          </a:xfrm>
          <a:prstGeom prst="rect">
            <a:avLst/>
          </a:prstGeom>
          <a:solidFill>
            <a:srgbClr val="E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5212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Gmail SMTP (OTP emails)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852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Backend: Route Handlers → Middleware → Mongoose Models → Atlas
Android: Activity → ViewModel (LiveData) → Repository (Retrofit) → Service/Worker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 · Functional Requirements — Authentication (FR-01 to FR-03)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Rule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FR-01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Domain-restricted registration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Only @psgtech.ac.in emails; rejects → INVALID_DOMAIN audit log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OTP verification + device binding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6-digit code; binds ANDROID_ID on success; issues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FR-03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Device binding enforcement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Login from different device → HTTP 403 + UNAUTHORIZED_DEVICE log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840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Auth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160520"/>
            <a:ext cx="11430000" cy="12801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Register:  Enter email  →  Receive OTP email  →  Enter OTP  →  Device bound  →  JWT issued
Login:      Enter email  →  Device check  →  Receive OTP email  →  Enter OTP  →  JWT issued
Passwordless throughout — no password field exists anywhere in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 · Functional Requirements — Location &amp; Attendance (FR-04 to FR-12)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Rule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FR-04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GPS settings check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LocationSettingsRequest → system dialog if GPS off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Geofence clock-in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Server Haversine; inside → HTTP 201; outside → HTTP 403 +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FR-06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Mock GPS detection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location.isMock → deny + log MOCK_LOCATION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Background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Foreground service; adaptive poll 15 s (moving) / 60 s (still)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FR-08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Auto clock-out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Service detects boundary exit → API call → push notification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Offline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Network failure → WorkManager CONNECTED constraint retry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 · Functional Requirements — Admin (FR-09 – FR-13) + Test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Admin capabilities (FR-09 to FR-13)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FR-09  Set geofence lat / lng / radius / domain  (changes instant)
• FR-10  Reset device binding — unlinks lost or replaced phone
• FR-11  View paginated audit logs (filterable by event type)
• FR-13  Export full attendance as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00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Test case summary — 14 / 14 passing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52044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Covers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TC-01 &amp; TC-02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Domain reject / accept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TC-03 &amp; 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OTP failure / device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TC-05 – TC-10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GPS check, geofence, mock, background, auto-out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TC-11 – TC-14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Admin config, device reset, audit, offline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 · External Interface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3.1 User Interface · 3.2 Hardware · 3.3 Software · 3.4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3.1 User Interface (Android screens)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37360"/>
          <a:ext cx="114300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2291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Screen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Login / Register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Passwordless entry; domain validated on register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OTP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6-digit input; 60 s resend countdown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Dashboard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Clock In/Out, distance indicator, session timer, history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5661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3.2 Hardware · 3.3 Software · 3.4 Communication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8404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GPS hardware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Fused Location Provider (Google Play Services 21.3.0)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Background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AndroidX WorkManager 2.9.0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HTTP client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Retrofit 2.11 + OkHttp 4.12 (JWT interceptor)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MongoDB Atlas via Mongoose 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Email (OTP)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Nodemailer 8.0 → Gmail SMTP port 587 STARTTLS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Transport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HTTPS (TLS 1.2+) enforced on all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· Non-Functional Requirements — Security &amp;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4.1 Security · 4.2 Capacity · 4.3 Compatibility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4.1 Security — threat model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373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Threat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Buddy punching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ANDROID_ID device binding — one account, one device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GPS spoofing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location.isMock (client) + Haversine server re-validation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NoSQL injection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Explicit typed Mongoose queries + eventType whitelist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OTP 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20 req / 15 min rate limit; 10-minute OTP expiry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JWT forgery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HS256 + long secret; 7-day expiry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00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4.2 Capacity · 4.3 Compatibility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500+ users on MongoDB Atlas M0 free tier (single campus)
• Android API 26 – 34 (Android 8 – 14); ARM / ARM64 / x86_64
• Backend on any Node.js &gt;= 18 host (Render, Railway, VPS)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· Non-Functional Requirements — Reliability to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4.4 – 4.8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27432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4.4 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WorkManager payload survives app restart + device reboot (FR-12)
BootReceiver restores foreground service after reboot if clocked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11430000" cy="27432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408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4.5 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518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Horizontal scaling: stateless Node.js + Atlas connection pooling
Rate-limit config externalised to .env — no code change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82112"/>
            <a:ext cx="11430000" cy="27432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4.6  Maintainability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Backend: MVC — models / routes / middleware / utils
Android: MVVM — Activity -&gt; ViewModel -&gt; Repository -&gt;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41648"/>
            <a:ext cx="11430000" cy="27432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599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4.7  Usability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3425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No password — name + email + 6-digit OTP only
Human-readable errors; one-tap notification -&gt;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01184"/>
            <a:ext cx="11430000" cy="274320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194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4.8  Other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DPDP Act 2023 compliance — location data for attendance only; no biometrics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 · Definitions &amp; Acronyms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48887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OTP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One-Time Password — 6-digit code, 10 min expiry, email-delivered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JSON Web Token — HS256 signed, 7-day session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Geofence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Virtual boundary: centre (lat/lng) + radius in metres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Haversine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Great-circle distance formula — server-side, client cannot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ANDROID_ID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Device fingerprint bound to account on first OTP verify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 / NFR / 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Functional Req. / Non-Functional Req. / Test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FLP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Fused Location Provider — Google Play Services GPS API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MVVM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Model-View-ViewModel — Android architecture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WorkManager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AndroidX library — persists background jobs across restarts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4488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Buddy punching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Fraud: employee clocks in/out on behalf of another 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— GPunch Delivers Three Guarantees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548640"/>
          </a:xfrm>
          <a:prstGeom prst="rect">
            <a:avLst/>
          </a:prstGeom>
          <a:solidFill>
            <a:srgbClr val="E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Who you are (OTP)  ·  Which device (ANDROID_ID)  ·  Where you are (Haversine)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1488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Backend API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Node.js · Express · MongoDB Atlas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10 tests passing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Android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Kotlin · MVVM · WorkManager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14 TC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JWT · helmet · rate-limit · audit logs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All threats mitigated</a:t>
                      </a:r>
                    </a:p>
                  </a:txBody>
                  <a:tcPr>
                    <a:solidFill>
                      <a:srgbClr val="DEE9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SRS (IEEE + 23MX21) +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DB2"/>
                </a:solidFill>
              </a:rPr>
              <a:t>All 14 test cases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497D"/>
                </a:solidFill>
              </a:rPr>
              <a:t>FR-01 through FR-13  ·  TC-01 through TC-14  ·  Zero known vulnerabilities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GPunch · SRS Presentation · PSG College of Technology · MCA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88952" cy="64008"/>
          </a:xfrm>
          <a:prstGeom prst="rect">
            <a:avLst/>
          </a:prstGeom>
          <a:solidFill>
            <a:srgbClr val="27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DDFF"/>
                </a:solidFill>
              </a:rPr>
              <a:t>GPunch — Secure On-Site Presence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Kavin M  ·  Shanmugappriya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CFF"/>
                </a:solidFill>
              </a:rPr>
              <a:t>MCA · PSG College of Technology  |  Faculty Guide: Dr. N. Ilayaraja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CC66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